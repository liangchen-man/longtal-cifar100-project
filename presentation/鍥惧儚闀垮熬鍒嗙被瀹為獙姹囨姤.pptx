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开场：本汇报围绕 CIFAR-100-LT 构建、两个基线方法、长尾改进策略和实验分析展开。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长尾不是简单样本少，而是数据先验、梯度更新和分类边界共同偏置。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双测试集协议是课程要求重点。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CIFAR-100-LT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图像长尾分类实验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传统机器学习 vs 神经网络长尾改进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机器学习课程作业｜姓名：__________｜学号：__________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54112" y="1417320"/>
            <a:ext cx="1042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0" y="21488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17152" y="219456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818120" y="30632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91272" y="310896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LDAM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738360" y="374904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11512" y="3794760"/>
            <a:ext cx="85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背景：真实世界数据天然长尾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少数类别拥有大量样本，多数类别只有少量样本</a:t>
            </a:r>
            <a:endParaRPr lang="en-US" sz="1200" dirty="0"/>
          </a:p>
        </p:txBody>
      </p:sp>
      <p:pic>
        <p:nvPicPr>
          <p:cNvPr id="6" name="Image 0" descr="/mnt/data/longtail_cifar100_project/report/figures/distribution_ex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66544"/>
            <a:ext cx="5669280" cy="22677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4173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14630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头部类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梯度主导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823960" y="14173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97112" y="14630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尾部类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欠学习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818120" y="26974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91272" y="274320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测试目标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可能平衡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20840" y="4160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核心挑战：模型会把训练先验误当成类别语义，导致尾部类别被系统性忽视。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任务定义与数据集构建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使用 exp 或 step 构建 CIFAR-100-LT；测试 balanced 与 imbalanced</a:t>
            </a:r>
            <a:endParaRPr lang="en-US" sz="1200" dirty="0"/>
          </a:p>
        </p:txBody>
      </p:sp>
      <p:pic>
        <p:nvPicPr>
          <p:cNvPr id="6" name="Image 0" descr="/mnt/data/longtail_cifar100_project/report/figures/distribution_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4208"/>
            <a:ext cx="5394960" cy="21579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指数型长尾：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nᵢ = nₘₐₓ · (1 / IR)^(i / (C - 1))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92240" y="274320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5392" y="278892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Train LT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500 → 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75320" y="27432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48472" y="278892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Balanced Test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每类100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241280" y="27432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14432" y="2788920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Imbalanced Test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同训练分布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4114800"/>
            <a:ext cx="50292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传统方法 + 神经网络方法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训练集、平衡测试集、不平衡测试集表现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至少一种改进策略提升性能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难点分析：长尾分类的四个偏置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只看 Overall Accuracy 会掩盖尾部类别失败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6304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数据偏置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14600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尾部样本覆盖不足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5603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梯度偏置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5877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头部类更新次数多，主导表示学习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361188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6576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边界偏置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3685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Softmax 隐式学习训练先验，尾部边界被压缩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70916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7548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校准偏置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4782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模型对头部类过度自信，尾部概率不可靠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评价必须包含：Macro-F1、Balanced Accuracy、Many/Medium/Few Acc、per-class accuracy。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项目总体方案：从基础要求到顶会级扩展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先完成可复现实验，再加入前沿长尾识别思想</a:t>
            </a:r>
            <a:endParaRPr lang="en-US" sz="1200" dirty="0"/>
          </a:p>
        </p:txBody>
      </p:sp>
      <p:pic>
        <p:nvPicPr>
          <p:cNvPr id="6" name="Image 0" descr="/mnt/data/longtail_cifar100_project/report/figure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57350"/>
            <a:ext cx="5669280" cy="21259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46634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47091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基础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103120" y="4736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HOG+SVM、ResNet-CE、双测试集评价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46634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47091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改进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06640" y="4736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LDAM-DRW、Balanced Softmax、Logit Adjustment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75120" y="182880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48272" y="1874520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拔高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18120" y="1554480"/>
            <a:ext cx="35661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Decoupled classifier / MiSLAS：校准与分类器重训练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RIDE：多专家降低尾部类方差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PaCo：参数化对比学习增强表示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传统机器学习基线：HOG + PCA + Linear SVM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非深度表示对照组，帮助分析特征表达瓶颈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74520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图像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57400" y="2130552"/>
            <a:ext cx="73152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17373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783080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梯度方向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2130552"/>
            <a:ext cx="73152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17373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783080"/>
            <a:ext cx="1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降维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130552"/>
            <a:ext cx="73152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60920" y="17373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34072" y="1783080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 SVM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class_weight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0" y="2130552"/>
            <a:ext cx="73152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66960" y="182880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40112" y="187452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预测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10058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优势：训练快、可解释、满足传统方法要求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劣势：手工特征难表达 CIFAR-100 细粒度语义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长尾处理：使用 balanced class weight 提升尾部权重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神经网络基线：ResNet-32 + Cross Entropy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标准 CIFAR 骨干 + 交叉熵，观察长尾偏置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916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32×32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5087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55448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Conv+BN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15087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155448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ResBlock×5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5087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62472" y="155448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ResBlock×5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32ch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150876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1554480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ResBlock×5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64ch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46920" y="16459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0072" y="16916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65960" y="1993392"/>
            <a:ext cx="3200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1993392"/>
            <a:ext cx="3200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0" y="1993392"/>
            <a:ext cx="3200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98080" y="1993392"/>
            <a:ext cx="3200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26880" y="1993392"/>
            <a:ext cx="32004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4400" y="3337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Loss:  L = -log( exp(z_y) / Σ_k exp(z_k) )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" y="4160520"/>
            <a:ext cx="9875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训练设置：SGD, lr=0.1, 200 epochs, milestones=[160,180]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增强：RandomCrop + RandomHorizontalFlip + Normalize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问题：CE 容易把头部频率当作类别先验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改进策略：LDAM-DRW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尾部类更大分类间隔，训练后期再重加权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LDAM margin: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m_j = C / n_j^(1/4)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样本越少 → margin 越大 → 决策边界更保护尾部类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4630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学习表示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09560" y="1810512"/>
            <a:ext cx="73152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78240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4630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后期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启用DRW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48463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避免训练初期过度重加权导致表示不稳定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有效数权重提高尾部类学习信号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重点比较 balanced test 的 Macro-F1 与 Few Acc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42519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2976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Head 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 margin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63240" y="4572000"/>
            <a:ext cx="59436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49040" y="42519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42976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Tail 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 margin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分布修正：Balanced Softmax / Logit Adjustment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显式修正训练长尾与测试目标之间的标签分布偏移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普通 Softmax：忽略训练先验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Balanced Softmax：logits 中加入 log(class prior)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97180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z_y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4028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97480" y="29260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297180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log n_y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60520" y="3218688"/>
            <a:ext cx="82296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12080" y="292608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297180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2331720"/>
            <a:ext cx="42519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优点：实现简单、训练稳定、可与 ResNet/LDAM 组合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适合 balanced test：减少头部类先验优势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报告中作为 LDAM-DRW 之外的前沿增强基线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分析重点：若 Balanced Accuracy 和 Few Acc 上升，说明分布修正有效。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实验设置与评价指标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把“总体正确率”拆解为更能反映长尾性能的指标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97280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533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模块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325880"/>
            <a:ext cx="4206240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5376" y="135331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设置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8105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17830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65376" y="181051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CIFAR-100-LT, exp/step, IR=100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24028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2677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模型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22402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226771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HOG+SVM, ResNet-32, LDAM-DRW, Balanced Softmax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69748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7249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训练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26974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65376" y="272491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SGD, 200 epochs, lr=0.1, milestones 160/180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15468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1821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测试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31546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65376" y="318211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balanced test + imbalanced test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325880"/>
            <a:ext cx="1554480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13533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1325880"/>
            <a:ext cx="3383280" cy="457200"/>
          </a:xfrm>
          <a:prstGeom prst="rect">
            <a:avLst/>
          </a:prstGeom>
          <a:solidFill>
            <a:srgbClr val="EEF4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91856" y="135331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意义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17830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1810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Top-1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1783080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91856" y="181051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总体识别能力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22402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2677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Macro-F1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55280" y="2240280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91856" y="226771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类别公平表现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26974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37376" y="27249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Balanced Acc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55280" y="2697480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91856" y="272491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每类平均准确率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31546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3182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Many/Medium/Few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55280" y="3154680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91856" y="318211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定位头尾 trade-off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结论判定：改进方法必须在 balanced test 的 Macro-F1 / Balanced Acc / Few Acc 上有实质提升。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实验结果展示与错误分析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结果由脚本自动生成；此页结构可直接替换为真实数值</a:t>
            </a:r>
            <a:endParaRPr lang="en-US" sz="1200" dirty="0"/>
          </a:p>
        </p:txBody>
      </p:sp>
      <p:pic>
        <p:nvPicPr>
          <p:cNvPr id="6" name="Image 0" descr="/mnt/data/longtail_cifar100_project/report/figures/expected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1615"/>
            <a:ext cx="5303520" cy="23202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298448"/>
            <a:ext cx="822960" cy="466344"/>
          </a:xfrm>
          <a:prstGeom prst="rect">
            <a:avLst/>
          </a:prstGeom>
          <a:solidFill>
            <a:srgbClr val="EEF4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0216" y="1325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方法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086600" y="1298448"/>
            <a:ext cx="1051560" cy="466344"/>
          </a:xfrm>
          <a:prstGeom prst="rect">
            <a:avLst/>
          </a:prstGeom>
          <a:solidFill>
            <a:srgbClr val="EEF4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23176" y="132588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Bal-Acc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38160" y="1298448"/>
            <a:ext cx="1097280" cy="466344"/>
          </a:xfrm>
          <a:prstGeom prst="rect">
            <a:avLst/>
          </a:prstGeom>
          <a:solidFill>
            <a:srgbClr val="EEF4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74736" y="13258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Macro-F1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35440" y="1298448"/>
            <a:ext cx="822960" cy="466344"/>
          </a:xfrm>
          <a:prstGeom prst="rect">
            <a:avLst/>
          </a:prstGeom>
          <a:solidFill>
            <a:srgbClr val="EEF4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72016" y="1325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Few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058400" y="1298448"/>
            <a:ext cx="1463040" cy="466344"/>
          </a:xfrm>
          <a:prstGeom prst="rect">
            <a:avLst/>
          </a:prstGeom>
          <a:solidFill>
            <a:srgbClr val="EEF4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94976" y="13258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结论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63640" y="1764792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0216" y="1792224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86600" y="1764792"/>
            <a:ext cx="10515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23176" y="1792224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38160" y="1764792"/>
            <a:ext cx="10972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74736" y="1792224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235440" y="1764792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72016" y="1792224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058400" y="1764792"/>
            <a:ext cx="14630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94976" y="1792224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传统基线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63640" y="2231136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0216" y="2258568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086600" y="2231136"/>
            <a:ext cx="10515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23176" y="2258568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38160" y="2231136"/>
            <a:ext cx="10972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74736" y="2258568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235440" y="2231136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72016" y="2258568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0058400" y="2231136"/>
            <a:ext cx="14630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094976" y="22585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深度基线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263640" y="2697480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00216" y="2724912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LDAM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086600" y="2697480"/>
            <a:ext cx="10515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23176" y="2724912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138160" y="2697480"/>
            <a:ext cx="10972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74736" y="2724912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235440" y="2697480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272016" y="2724912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10058400" y="2697480"/>
            <a:ext cx="14630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094976" y="272491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主改进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263640" y="3163824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00216" y="3191256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086600" y="3163824"/>
            <a:ext cx="10515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123176" y="3191256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138160" y="3163824"/>
            <a:ext cx="10972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74736" y="3191256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9235440" y="3163824"/>
            <a:ext cx="822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272016" y="3191256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待填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0058400" y="3163824"/>
            <a:ext cx="14630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094976" y="3191256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分布修正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914400" y="4709160"/>
            <a:ext cx="10058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可视化：类别准确率曲线、混淆矩阵、错误案例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若尾部类被预测成头部相似类，说明先验偏置仍存在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若 Few Acc 上升但 Many Acc 下降，需要分析 head-tail trade-off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总结与可继续探索方向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从课程实验到顶会论文级项目的下一步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7160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已完成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1234440"/>
            <a:ext cx="42976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CIFAR-100-LT exp/step 构建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传统方法 + 神经网络方法对比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LDAM-DRW 与 Balanced Softmax 改进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双测试集与多指标评价框架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70332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继续探索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31720" y="3520440"/>
            <a:ext cx="59436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MiSLAS：长尾校准和两阶段训练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RIDE：多专家降低尾部类方差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PaCo：参数化对比学习增强表示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CLIP/VLM：利用外部语义知识迁移到尾部类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806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最终结论：长尾分类的关键不是单纯提高总体准确率，而是让模型在头部、尾部和测试分布变化下都保持稳健。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2026-06-06T02:36:16Z</dcterms:created>
  <dcterms:modified xsi:type="dcterms:W3CDTF">2026-06-06T02:36:16Z</dcterms:modified>
</cp:coreProperties>
</file>